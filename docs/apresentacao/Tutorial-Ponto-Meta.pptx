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3A93"/>
                </a:solidFill>
              </a:rPr>
              <a:t>Ponto Meta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2222"/>
                </a:solidFill>
              </a:rPr>
              <a:t>Como usar a extensão — passo a passo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3A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1. Instalando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Abra a página da extensão na Chrome Web Store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Acesse: chromewebstore.google.com/detail/ponto-meta/akghhfaeecgmcbaofoaadafleoliciaf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01-store-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Clique em "Usar no Chrome"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O botão azul fica no canto superior direito da página da loja.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02-add-butt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Confirme a instalação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Clique em "Adicionar extensão" no aviso que aparece logo abaixo da barra de endereço.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303520" y="1463040"/>
            <a:ext cx="6400800" cy="49377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463040"/>
            <a:ext cx="6400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print pendente: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03-confirm-install.png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Fixe o ícone na barra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Clique no quebra-cabeça ao lado da barra de endereço e fixe o Ponto Meta com o alfinete.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303520" y="1463040"/>
            <a:ext cx="6400800" cy="49377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463040"/>
            <a:ext cx="6400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print pendente: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04-pin-icon.png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2. Primeiro acesso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Abra o painel lateral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Clique no ícone do Ponto Meta. O painel abre do lado direito da tela.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06-sidepanel-emp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Entre no Meta Gestão de Ponto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Em outra aba, abra gestaoponto.meta.com.br e faça login. O plugin se conecta sozinho.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303520" y="1463040"/>
            <a:ext cx="6400800" cy="49377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463040"/>
            <a:ext cx="6400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print pendente: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07-meta-login.png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Painel populado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Volte no painel lateral. Seus batimentos do dia já aparecem automaticamente.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08-sidepanel-popul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3. Lendo o painel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Saldo do período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O número grande no topo é o saldo do período. Verde = horas a receber. Vermelho = devendo.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09-balance-posi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Navegando entre períodos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Use as setas ‹ e › para ver períodos anteriores. Clique no nome para voltar ao atual.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10-period-na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Tabela de dias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Cada linha é um dia: data, batimentos, horas trabalhadas e saldo. Clique para expandir.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11-day-r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4. Ajustando ponto esquecido</a:t>
            </a:r>
            <a:endParaRPr lang="en-US" sz="4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Abra o dia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Clique no dia que você esqueceu de bater. Os batimentos aparecem em pílulas.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303520" y="1463040"/>
            <a:ext cx="6400800" cy="49377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463040"/>
            <a:ext cx="6400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print pendente: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12-day-open.png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Adicione o ajuste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Clique em "+ Adicionar", preencha o horário e escolha a justificativa.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303520" y="1463040"/>
            <a:ext cx="6400800" cy="49377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463040"/>
            <a:ext cx="6400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print pendente: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13-add-ajuste.png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Pronto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O ajuste é enviado direto para o Meta. Você não precisa entrar no sistema deles.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303520" y="1463040"/>
            <a:ext cx="6400800" cy="49377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463040"/>
            <a:ext cx="6400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print pendente: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14-ajuste-success.png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A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5. Notificações</a:t>
            </a:r>
            <a:endParaRPr lang="en-US" sz="4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Lembrete de almoço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10 minutos antes do horário de almoço, uma notificação aparece no canto da tela.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15-notif-almo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Lembrete de volta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Na hora de voltar do almoço, outra notificação avisa você.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16-notif-vol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Lembrete de saída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Antes do horário de saída, o plugin lembra você de bater o ponto.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17-notif-sai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3A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6. Widget flutuante</a:t>
            </a:r>
            <a:endParaRPr lang="en-US" sz="4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Ícone de relógio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Em qualquer página, um pequeno relógio aparece no canto. Clique para ver os horários.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18-widget-collaps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Cores dos horários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Verde = já bateu. Ciano = próximo. Amarelo = horário estimado.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19-widget-expan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3A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7. Apontamentos (Timesheet)</a:t>
            </a:r>
            <a:endParaRPr lang="en-US" sz="4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Aba Timesheet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No topo do painel, clique em "Timesheet" para ver os apontamentos pendentes.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20-timesheet-ta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</a:rPr>
              <a:t>Pendências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508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Os dias sem observação aparecem aqui. Clique para preencher pelo plugin.</a:t>
            </a:r>
            <a:endParaRPr lang="en-US" sz="2000" dirty="0"/>
          </a:p>
        </p:txBody>
      </p:sp>
      <p:pic>
        <p:nvPicPr>
          <p:cNvPr id="5" name="Image 0" descr="/Users/gabrielstein-dev/projects/private/ponto-plugin/docs/apresentacao/screenshots/21-timesheet-pe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463040"/>
            <a:ext cx="640080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Ponto Meta</dc:title>
  <dc:subject>PptxGenJS Presentation</dc:subject>
  <dc:creator>PptxGenJS</dc:creator>
  <cp:lastModifiedBy>PptxGenJS</cp:lastModifiedBy>
  <cp:revision>1</cp:revision>
  <dcterms:created xsi:type="dcterms:W3CDTF">2026-04-27T18:49:08Z</dcterms:created>
  <dcterms:modified xsi:type="dcterms:W3CDTF">2026-04-27T18:49:08Z</dcterms:modified>
</cp:coreProperties>
</file>